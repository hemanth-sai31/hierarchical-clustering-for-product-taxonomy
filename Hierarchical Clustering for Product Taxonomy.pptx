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11" Type="http://schemas.openxmlformats.org/officeDocument/2006/relationships/slide" Target="slides/slide5.xml"/><Relationship Id="rId22" Type="http://schemas.openxmlformats.org/officeDocument/2006/relationships/slide" Target="slides/slide16.xml"/><Relationship Id="rId10" Type="http://schemas.openxmlformats.org/officeDocument/2006/relationships/slide" Target="slides/slide4.xml"/><Relationship Id="rId21" Type="http://schemas.openxmlformats.org/officeDocument/2006/relationships/slide" Target="slides/slide15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2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b4d8b8b087_2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g3b4d8b8b087_2_75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b4d8b8b087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b4d8b8b087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b4d8b8b08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b4d8b8b08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b4d8b8b087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b4d8b8b087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b4d8b8b087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b4d8b8b087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b4d8b8b087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b4d8b8b087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b4d8b8b087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b4d8b8b087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b4d8b8b087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b4d8b8b087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b4d8b8b087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b4d8b8b087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b4d8b8b087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b4d8b8b087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b4d8b8b087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b4d8b8b087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b4d8b8b087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b4d8b8b087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b4d8b8b087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b4d8b8b087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b4d8b8b087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3b4d8b8b087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b4d8b8b087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b4d8b8b087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b4d8b8b087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b4d8b8b087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b4d8b8b087_0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3b4d8b8b087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body"/>
          </p:nvPr>
        </p:nvSpPr>
        <p:spPr>
          <a:xfrm>
            <a:off x="457200" y="1200150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>
            <p:ph type="ctrTitle"/>
          </p:nvPr>
        </p:nvSpPr>
        <p:spPr>
          <a:xfrm>
            <a:off x="685800" y="1597819"/>
            <a:ext cx="7772400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" type="subTitle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722313" y="3305175"/>
            <a:ext cx="7772400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>
            <a:off x="722313" y="2180035"/>
            <a:ext cx="77724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1" name="Google Shape;71;p16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" type="body"/>
          </p:nvPr>
        </p:nvSpPr>
        <p:spPr>
          <a:xfrm>
            <a:off x="457200" y="1200150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77" name="Google Shape;77;p17"/>
          <p:cNvSpPr txBox="1"/>
          <p:nvPr>
            <p:ph idx="2" type="body"/>
          </p:nvPr>
        </p:nvSpPr>
        <p:spPr>
          <a:xfrm>
            <a:off x="4648200" y="1200150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78" name="Google Shape;78;p17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" type="body"/>
          </p:nvPr>
        </p:nvSpPr>
        <p:spPr>
          <a:xfrm>
            <a:off x="457200" y="1151335"/>
            <a:ext cx="4040188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84" name="Google Shape;84;p18"/>
          <p:cNvSpPr txBox="1"/>
          <p:nvPr>
            <p:ph idx="2" type="body"/>
          </p:nvPr>
        </p:nvSpPr>
        <p:spPr>
          <a:xfrm>
            <a:off x="457200" y="1631156"/>
            <a:ext cx="4040188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85" name="Google Shape;85;p18"/>
          <p:cNvSpPr txBox="1"/>
          <p:nvPr>
            <p:ph idx="3" type="body"/>
          </p:nvPr>
        </p:nvSpPr>
        <p:spPr>
          <a:xfrm>
            <a:off x="4645025" y="1151335"/>
            <a:ext cx="4041775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86" name="Google Shape;86;p18"/>
          <p:cNvSpPr txBox="1"/>
          <p:nvPr>
            <p:ph idx="4" type="body"/>
          </p:nvPr>
        </p:nvSpPr>
        <p:spPr>
          <a:xfrm>
            <a:off x="4645025" y="1631156"/>
            <a:ext cx="4041775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87" name="Google Shape;87;p18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8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457200" y="204788"/>
            <a:ext cx="3008313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3575050" y="204788"/>
            <a:ext cx="5111750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457200" y="1076325"/>
            <a:ext cx="3008313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1792288" y="3600450"/>
            <a:ext cx="548640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1792288" y="459581"/>
            <a:ext cx="54864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1792288" y="4025503"/>
            <a:ext cx="548640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2874764" y="-1217414"/>
            <a:ext cx="3394472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5463778" y="1371600"/>
            <a:ext cx="4388644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1272778" y="-609600"/>
            <a:ext cx="4388644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457200" y="1200150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4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9.png"/><Relationship Id="rId4" Type="http://schemas.openxmlformats.org/officeDocument/2006/relationships/image" Target="../media/image1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jp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jp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this slide" id="129" name="Google Shape;129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48632"/>
            <a:ext cx="924025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this slide" id="134" name="Google Shape;134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9936"/>
            <a:ext cx="9143545" cy="510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this slide" id="139" name="Google Shape;13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9936"/>
            <a:ext cx="9143545" cy="510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this slide" id="144" name="Google Shape;14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9936"/>
            <a:ext cx="9143545" cy="510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this slide" id="149" name="Google Shape;149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9936"/>
            <a:ext cx="9143545" cy="510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this slide" id="154" name="Google Shape;154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9936"/>
            <a:ext cx="9143545" cy="510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this slide" id="159" name="Google Shape;159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9936"/>
            <a:ext cx="9143545" cy="510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this slide" id="164" name="Google Shape;164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9936"/>
            <a:ext cx="9143545" cy="510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this slide" id="169" name="Google Shape;169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9936"/>
            <a:ext cx="9143545" cy="510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34" title="Screenshot 2026-01-05 21422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904150" cy="528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34" title="Screenshot 2026-01-05 214230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91600" y="0"/>
            <a:ext cx="4352389" cy="52800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Google Shape;180;p35" title="Screenshot 2026-01-05 21424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80701" cy="4823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35" title="Screenshot 2026-01-05 21424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80700" y="0"/>
            <a:ext cx="4663299" cy="4823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this slide" id="186" name="Google Shape;186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9936"/>
            <a:ext cx="9143545" cy="510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Google Shape;191;p37" title="Screenshot 2026-01-06 10370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00099"/>
            <a:ext cx="9144001" cy="494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nvert the image into same slide similar to streamlit web application slide typr" id="196" name="Google Shape;19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9936"/>
            <a:ext cx="9143545" cy="510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this slide" id="201" name="Google Shape;201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9936"/>
            <a:ext cx="9143545" cy="510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this slide" id="206" name="Google Shape;206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9936"/>
            <a:ext cx="9143545" cy="510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n the above image remove &quot;looking forward to future collaboration line&quot;" id="211" name="Google Shape;211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9936"/>
            <a:ext cx="9143545" cy="510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