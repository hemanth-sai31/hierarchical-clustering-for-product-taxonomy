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73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DFE"/>
    <a:srgbClr val="FBF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56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4d8b8b087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b4d8b8b087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4d8b8b087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b4d8b8b087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4d8b8b08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4d8b8b08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4d8b8b08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4d8b8b087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4d8b8b087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b4d8b8b087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b4d8b8b08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b4d8b8b08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4d8b8b087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4d8b8b087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b4d8b8b08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b4d8b8b08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4d8b8b087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4d8b8b087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b4d8b8b08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b4d8b8b08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b4d8b8b087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b4d8b8b087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b4d8b8b08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b4d8b8b087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4d8b8b087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b4d8b8b087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4d8b8b08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b4d8b8b08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4d8b8b087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4d8b8b087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4d8b8b087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4d8b8b087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4d8b8b087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b4d8b8b087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2"/>
          </p:nvPr>
        </p:nvSpPr>
        <p:spPr>
          <a:xfrm>
            <a:off x="4648200" y="1200150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3"/>
          </p:nvPr>
        </p:nvSpPr>
        <p:spPr>
          <a:xfrm>
            <a:off x="4645025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4"/>
          </p:nvPr>
        </p:nvSpPr>
        <p:spPr>
          <a:xfrm>
            <a:off x="4645025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21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457200" y="1076325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2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3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4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 rot="5400000">
            <a:off x="5463778" y="1371600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600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2" name="Google Shape;122;p2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5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8632"/>
            <a:ext cx="92402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F3C02F3-0628-4ECF-B8CE-7FBB519B3C70}"/>
              </a:ext>
            </a:extLst>
          </p:cNvPr>
          <p:cNvSpPr/>
          <p:nvPr/>
        </p:nvSpPr>
        <p:spPr>
          <a:xfrm>
            <a:off x="427512" y="3532909"/>
            <a:ext cx="2713511" cy="415636"/>
          </a:xfrm>
          <a:prstGeom prst="rect">
            <a:avLst/>
          </a:prstGeom>
          <a:solidFill>
            <a:srgbClr val="FBFC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26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7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8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9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0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31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5" y="40119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6147FA-C460-4AF7-948D-07C58094F3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167E71-6805-4D4E-AF33-6EF004BA6081}"/>
              </a:ext>
            </a:extLst>
          </p:cNvPr>
          <p:cNvSpPr txBox="1"/>
          <p:nvPr/>
        </p:nvSpPr>
        <p:spPr>
          <a:xfrm>
            <a:off x="488611" y="409699"/>
            <a:ext cx="4589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Diagram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955A3D-CB6A-47D9-B218-BA0596DA80A5}"/>
              </a:ext>
            </a:extLst>
          </p:cNvPr>
          <p:cNvSpPr/>
          <p:nvPr/>
        </p:nvSpPr>
        <p:spPr>
          <a:xfrm>
            <a:off x="2289490" y="932919"/>
            <a:ext cx="4502199" cy="409699"/>
          </a:xfrm>
          <a:prstGeom prst="rect">
            <a:avLst/>
          </a:prstGeom>
          <a:solidFill>
            <a:srgbClr val="FEFDFE"/>
          </a:solidFill>
          <a:ln>
            <a:solidFill>
              <a:srgbClr val="FEFDF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7933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32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33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34" title="Screenshot 2026-01-05 2142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904150" cy="528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4" title="Screenshot 2026-01-05 21423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1600" y="0"/>
            <a:ext cx="4352389" cy="5280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35" title="Screenshot 2026-01-05 21424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80701" cy="482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35" title="Screenshot 2026-01-05 21424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700" y="0"/>
            <a:ext cx="4663299" cy="4823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36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37" title="Screenshot 2026-01-06 1037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00099"/>
            <a:ext cx="9144001" cy="494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38" descr="convert the image into same slide similar to streamlit web application slide typr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9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40" descr="Beautify this slid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" name="Google Shape;211;p41" descr="in the above image remove &quot;looking forward to future collaboration line&quot;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936"/>
            <a:ext cx="9143545" cy="510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</Words>
  <Application>Microsoft Office PowerPoint</Application>
  <PresentationFormat>On-screen Show (16:9)</PresentationFormat>
  <Paragraphs>1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Hemanth</dc:creator>
  <cp:lastModifiedBy>Hemanth</cp:lastModifiedBy>
  <cp:revision>3</cp:revision>
  <dcterms:modified xsi:type="dcterms:W3CDTF">2026-01-27T08:49:41Z</dcterms:modified>
</cp:coreProperties>
</file>