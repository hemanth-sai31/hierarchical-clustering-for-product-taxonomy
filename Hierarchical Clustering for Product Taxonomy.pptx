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20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4d8b8b087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b4d8b8b087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4d8b8b08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4d8b8b08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4d8b8b08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4d8b8b08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4d8b8b08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4d8b8b08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4d8b8b08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4d8b8b08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4d8b8b08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4d8b8b08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4d8b8b08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4d8b8b08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4d8b8b08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4d8b8b08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4d8b8b08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4d8b8b08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4d8b8b08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4d8b8b08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4d8b8b087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4d8b8b087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4d8b8b08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4d8b8b087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4d8b8b08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4d8b8b087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4d8b8b08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4d8b8b08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4d8b8b08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4d8b8b08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4d8b8b08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4d8b8b08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4d8b8b087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4d8b8b087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8632"/>
            <a:ext cx="92402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F3C02F3-0628-4ECF-B8CE-7FBB519B3C70}"/>
              </a:ext>
            </a:extLst>
          </p:cNvPr>
          <p:cNvSpPr/>
          <p:nvPr/>
        </p:nvSpPr>
        <p:spPr>
          <a:xfrm>
            <a:off x="427512" y="3532909"/>
            <a:ext cx="2713511" cy="415636"/>
          </a:xfrm>
          <a:prstGeom prst="rect">
            <a:avLst/>
          </a:prstGeom>
          <a:solidFill>
            <a:srgbClr val="FBF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4" title="Screenshot 2026-01-05 2142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904150" cy="528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4" title="Screenshot 2026-01-05 2142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1600" y="0"/>
            <a:ext cx="4352389" cy="528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5" title="Screenshot 2026-01-05 2142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80701" cy="482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5" title="Screenshot 2026-01-05 2142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700" y="0"/>
            <a:ext cx="4663299" cy="48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7" title="Screenshot 2026-01-06 1037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0099"/>
            <a:ext cx="9144001" cy="49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8" descr="convert the image into same slide similar to streamlit web application slide typ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40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41" descr="in the above image remove &quot;looking forward to future collaboration line&quot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Hemanth</dc:creator>
  <cp:lastModifiedBy>Hemanth</cp:lastModifiedBy>
  <cp:revision>1</cp:revision>
  <dcterms:modified xsi:type="dcterms:W3CDTF">2026-01-14T13:16:57Z</dcterms:modified>
</cp:coreProperties>
</file>